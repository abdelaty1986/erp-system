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0f165430d4974" /><Relationship Type="http://schemas.openxmlformats.org/officeDocument/2006/relationships/extended-properties" Target="/docProps/app.xml" Id="Rfe3c573e4b92440d" /><Relationship Type="http://schemas.openxmlformats.org/officeDocument/2006/relationships/officeDocument" Target="/ppt/presentation.xml" Id="R268bf8b98efd4c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d468e7be4d4501"/>
  </p:sldMasterIdLst>
  <p:notesMasterIdLst>
    <p:notesMasterId xmlns:r="http://schemas.openxmlformats.org/officeDocument/2006/relationships" r:id="Rb8de6ce4c0274bd2"/>
  </p:notesMasterIdLst>
  <p:sldIdLst>
    <p:sldId xmlns:r="http://schemas.openxmlformats.org/officeDocument/2006/relationships" id="256" r:id="R8efd6888b7af475e"/>
    <p:sldId xmlns:r="http://schemas.openxmlformats.org/officeDocument/2006/relationships" id="257" r:id="R080787de1d874c1c"/>
    <p:sldId xmlns:r="http://schemas.openxmlformats.org/officeDocument/2006/relationships" id="258" r:id="R91499e9e6690461e"/>
    <p:sldId xmlns:r="http://schemas.openxmlformats.org/officeDocument/2006/relationships" id="259" r:id="Rf317c21f8c75412e"/>
    <p:sldId xmlns:r="http://schemas.openxmlformats.org/officeDocument/2006/relationships" id="260" r:id="R5d3d0b788c7c4888"/>
    <p:sldId xmlns:r="http://schemas.openxmlformats.org/officeDocument/2006/relationships" id="261" r:id="R2cb391e6efe84b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d468e7be4d4501" /><Relationship Type="http://schemas.openxmlformats.org/officeDocument/2006/relationships/theme" Target="/ppt/theme/theme1.xml" Id="Rff46c3b0141744a5" /><Relationship Type="http://schemas.openxmlformats.org/officeDocument/2006/relationships/notesMaster" Target="/ppt/notesMasters/notesMaster1.xml" Id="Rb8de6ce4c0274bd2" /><Relationship Type="http://schemas.openxmlformats.org/officeDocument/2006/relationships/presProps" Target="/ppt/presProps.xml" Id="Red28a7f3086444fb" /><Relationship Type="http://schemas.openxmlformats.org/officeDocument/2006/relationships/viewProps" Target="/ppt/viewProps.xml" Id="R48de2d6630414338" /><Relationship Type="http://schemas.openxmlformats.org/officeDocument/2006/relationships/tableStyles" Target="/ppt/tableStyles.xml" Id="Rcf6f6ecfef914004" /><Relationship Type="http://schemas.openxmlformats.org/officeDocument/2006/relationships/slide" Target="/ppt/slides/slide1.xml" Id="R8efd6888b7af475e" /><Relationship Type="http://schemas.openxmlformats.org/officeDocument/2006/relationships/slide" Target="/ppt/slides/slide2.xml" Id="R080787de1d874c1c" /><Relationship Type="http://schemas.openxmlformats.org/officeDocument/2006/relationships/slide" Target="/ppt/slides/slide3.xml" Id="R91499e9e6690461e" /><Relationship Type="http://schemas.openxmlformats.org/officeDocument/2006/relationships/slide" Target="/ppt/slides/slide4.xml" Id="Rf317c21f8c75412e" /><Relationship Type="http://schemas.openxmlformats.org/officeDocument/2006/relationships/slide" Target="/ppt/slides/slide5.xml" Id="R5d3d0b788c7c4888" /><Relationship Type="http://schemas.openxmlformats.org/officeDocument/2006/relationships/slide" Target="/ppt/slides/slide6.xml" Id="R2cb391e6efe84b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5490ee51d054a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110355e5144ba9" /><Relationship Type="http://schemas.openxmlformats.org/officeDocument/2006/relationships/notesMaster" Target="/ppt/notesMasters/notesMaster1.xml" Id="R2de576b9f71e40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2a68837d3543f0" /><Relationship Type="http://schemas.openxmlformats.org/officeDocument/2006/relationships/notesMaster" Target="/ppt/notesMasters/notesMaster1.xml" Id="Rfd046cf7192f4e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702b2d531c4760" /><Relationship Type="http://schemas.openxmlformats.org/officeDocument/2006/relationships/notesMaster" Target="/ppt/notesMasters/notesMaster1.xml" Id="Rd06e3cb5726642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dbd38301a74145" /><Relationship Type="http://schemas.openxmlformats.org/officeDocument/2006/relationships/notesMaster" Target="/ppt/notesMasters/notesMaster1.xml" Id="R3be1564c10e343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bc1f2a23d84d24" /><Relationship Type="http://schemas.openxmlformats.org/officeDocument/2006/relationships/notesMaster" Target="/ppt/notesMasters/notesMaster1.xml" Id="R7c2686f8757c43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add5756c754fe4" /><Relationship Type="http://schemas.openxmlformats.org/officeDocument/2006/relationships/notesMaster" Target="/ppt/notesMasters/notesMaster1.xml" Id="R68b219e0bdcd47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ابدأ بتأكيد أن النسخة المعروضة ليست Mockup بل ديمو فعلي ببيانات مترابطة وشاشات تعمل بالفعل.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ERP Golden Demo - internal project build, QA report, README, and live screenshots from the current demo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اشرح هنا أن القيمة الحقيقية ليست في كثرة الشاشات فقط، بل في أن كل شاشة تؤدي دورًا واضحًا داخل الدورة.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ERP Golden Demo - internal project build, QA report, README, and live screenshots from the current demo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يمكنك هنا ذكر أن المخازن والخزينة والإدارة وشؤون العاملين موجودة أيضًا وتدعم الصورة الكاملة للنظام.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ERP Golden Demo - internal project build, QA report, README, and live screenshots from the current demo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هذه الشريحة مهمة جدًا أثناء البيع، لأنها توضح أن النظام لا يعرض بيانات معزولة بل دورة تشغيل مترابطة.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ERP Golden Demo - internal project build, QA report, README, and live screenshots from the current demo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يمكنك استخدام هذه الشريحة لطمأنة العميل أن النظام يصلح للتشغيل اليومي والمراجعة، وليس فقط للإدخال.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ERP Golden Demo - internal project build, QA report, README, and live screenshots from the current demo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اختم بالتأكيد أن النسخة جاهزة للعرض الآن، وأن التطوير القادم يكون حسب قطاع العميل أو مرحلة التسليم التجاري.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ERP Golden Demo - internal project build, QA report, README, and live screenshots from the current demo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5559b3dab42e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6D1DDF4-9D03-457F-8630-0A8C8E9C8F3F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2B42D57-4DAC-48B9-B780-9FE909F85349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A142ED0-6BCE-4C79-A5B6-0C3DABAC95F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C44E8E-C52F-43EC-9D0D-57094986CED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F0B299-2D8D-4F10-902B-3F0201A6657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7e0f4c2029246a6" /><Relationship Type="http://schemas.openxmlformats.org/officeDocument/2006/relationships/slideLayout" Target="/ppt/slideLayouts/slideLayout2.xml" Id="R91b3f259adce4d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972985-69BF-4844-A0FC-A9DD12EDEFB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b3f259adce4d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d881b9c39c4862" /><Relationship Type="http://schemas.openxmlformats.org/officeDocument/2006/relationships/image" Target="/ppt/media/image.png" Id="R69597aa801aa4dc6" /><Relationship Type="http://schemas.openxmlformats.org/officeDocument/2006/relationships/notesSlide" Target="/ppt/notesSlides/notesSlide1.xml" Id="Rc615084bfa5e4f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7a4f1a02644c4f" /><Relationship Type="http://schemas.openxmlformats.org/officeDocument/2006/relationships/image" Target="/ppt/media/image2.png" Id="R47ab95e91fbf4f30" /><Relationship Type="http://schemas.openxmlformats.org/officeDocument/2006/relationships/notesSlide" Target="/ppt/notesSlides/notesSlide2.xml" Id="Rb3e24171897947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9a94cf0f244779" /><Relationship Type="http://schemas.openxmlformats.org/officeDocument/2006/relationships/image" Target="/ppt/media/image3.png" Id="Rcae19b9c7244485b" /><Relationship Type="http://schemas.openxmlformats.org/officeDocument/2006/relationships/notesSlide" Target="/ppt/notesSlides/notesSlide3.xml" Id="R9c12e1e0b0af47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8a469dcc4a4e08" /><Relationship Type="http://schemas.openxmlformats.org/officeDocument/2006/relationships/image" Target="/ppt/media/image4.png" Id="R38e2a808be054174" /><Relationship Type="http://schemas.openxmlformats.org/officeDocument/2006/relationships/notesSlide" Target="/ppt/notesSlides/notesSlide4.xml" Id="Rdfd57adeeb294c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6219ebe9534d72" /><Relationship Type="http://schemas.openxmlformats.org/officeDocument/2006/relationships/image" Target="/ppt/media/image5.png" Id="Rd19182990c8b4c56" /><Relationship Type="http://schemas.openxmlformats.org/officeDocument/2006/relationships/notesSlide" Target="/ppt/notesSlides/notesSlide5.xml" Id="Ra5741e6ff75c43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408349639b42d8" /><Relationship Type="http://schemas.openxmlformats.org/officeDocument/2006/relationships/image" Target="/ppt/media/image6.png" Id="R43637b9e621b4f9f" /><Relationship Type="http://schemas.openxmlformats.org/officeDocument/2006/relationships/notesSlide" Target="/ppt/notesSlides/notesSlide6.xml" Id="R5aaebdf33d7740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F0B299-2D8D-4F10-902B-3F0201A665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97aa801aa4dc6"/>
          <a:srcRect xmlns:a="http://schemas.openxmlformats.org/drawingml/2006/main" l="0" t="31591" r="0" b="31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1D387-6A3B-49B4-A8DF-1AF7C5DD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5606A-5A33-4533-8C81-61C46931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ED566-8277-4069-9DD1-8B33F413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ERP SALES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084E4-3D04-43EA-BD4A-923C9ED3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نظام ERP محاسبي وإداري جاهز للعرض والتشغيل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68F66-E5B8-4FBE-9B1A-7E9262BB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نسخة عملية تربط المبيعات والمشتريات والمخازن والحسابات داخل دورة تشغيل واضحة وسهلة الشرح.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9F468-C688-437D-80A7-FE4A41BC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A0A3C-E7B8-4000-9049-BDF106DC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نظام واحد يربط التشغيل والأثر المحاسبي والتقارير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B099F-B50D-48CD-AB90-B6DD150C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992689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F0B299-2D8D-4F10-902B-3F0201A665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b95e91fbf4f30"/>
          <a:srcRect xmlns:a="http://schemas.openxmlformats.org/drawingml/2006/main" l="0" t="31591" r="0" b="31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AAD7E-8777-42AB-8DC2-FDA6CD52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B32AA-506D-4EF8-B500-034D0A28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A1AA1-BFEE-4B4A-B2E0-6E3ED702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58459-E02E-4D3E-8A61-1F93D747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B1A0F-0763-42C4-A737-A11CE7BE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D896C-6F43-4000-9B90-AB9F249A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ما الذي يقدمه النظام للشركة؟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35B71-4AEC-4675-8C15-287B6B43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النظام يغطي المستندات اليومية من أول الطلب وحتى أثرها في الأستاذ وميزان المراجعة.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3F06B-5FBB-43D2-BEFE-53D4211E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3845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53FE7-9E2D-48E0-8CEA-4A1667AA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89B7B-F377-4C0A-8BE3-D33DF71E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7FE04-878E-4FBC-BA0A-08DD98AA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8631A-409F-461A-81CA-25227AE3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14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E24CE-9214-4902-AC7B-B0B9141B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90082-BE48-4773-AC3F-D927B23A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تشغيل يومي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37B2C-6103-41BB-B046-319DD701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إدارة العملاء والموردين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والأصناف والفواتير وسندات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القبض والصرف من واجهة عربية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منظمة.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1CA6D-EE17-4A21-B781-729AAEAB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33845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E5112-FFCA-40C7-B0ED-2BAADF35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76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0C034-C00A-4095-B77B-906F00DC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77753-C49E-47F9-9EF0-AC5B9063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D6EB02-1801-48FB-AAB5-EC3307DA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0AF92-9018-4D79-8476-640B386E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52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A00AF1-7B16-4CA6-B7E7-F7E53226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ترابط محاسبي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2C9559-0C06-4432-BCA2-15E13DB7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053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كل حركة أساسية تنعكس على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القيود ودفتر الأستاذ وميزان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المراجعة والتقارير ذات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الصلة.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5827C-33F3-44B7-AEE8-58A2BEDC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33845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5E5D00-9567-4942-9A84-9855FB05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76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D7C0BF-86D5-4DF8-BFBB-0D75287C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75555D-90D8-46DD-9D83-AEF8BAD6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57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8067ED-EF47-45DC-BBD1-2F774EAC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43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DE17F5-47F2-4110-8520-147E16E2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29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C9CF45-9514-4452-B653-5556B927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جاهزية عرض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872BA3-55B0-4175-98F8-610CD2A1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053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الديمو الحالي نظيف وواضح،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وفيه سيناريو ذهبي قابل للشرح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خطوة بخطوة أمام العميل.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D83984-8A2C-4F04-B94F-EEFCC37F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6090020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F0B299-2D8D-4F10-902B-3F0201A665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19b9c7244485b"/>
          <a:srcRect xmlns:a="http://schemas.openxmlformats.org/drawingml/2006/main" l="0" t="31591" r="0" b="31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696A7-1883-43EE-A86A-EC57CA2D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926B0-BE6B-4B16-AD5F-CB2782A6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MODULES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4D3DE-4BE9-40AB-8168-0478633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B5F8A-4482-4D14-AE03-7E46AEDB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F3AFE-AE74-48D2-820D-B6E8B1E3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BE3A2-B64F-4020-A8DE-F2F632F4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الموديولات الأساسية في النسخة الحالية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A4785-96BA-4974-8784-4B82DCA1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النسخة الحالية متوازنة بين التشغيل اليومي والرقابة المحاسبية بدون تعقيد زائد.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65FD5-4411-409E-B3C6-5A2D43E3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2B927-C6C1-4C37-BC09-6E65FB43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EBCF5-F2A7-4903-A0CB-B3B8BADB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المبيعات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43112-913C-4ADF-9AD2-539DCB22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عملاء وفواتير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D5AEE-BE20-406C-B190-9A952C37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أوامر بيع، فواتير بيع، مردودات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8175F-B640-43F3-973F-F61D9D8D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1C93F-BA79-46D5-9F7A-472190BE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A1447-B334-4C24-8BB4-F3D5F366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المشتريات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4CB09-FC24-4564-90A6-C4C91564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موردون وفواتير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D8AB3-C149-4E0D-8760-6A01FA77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أوامر شراء، فواتير مورد، مردودات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8E687-81B1-408B-94E7-5348E306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24FA8-AA16-4795-8EA3-B0AAA41C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F98E9-B974-4AFF-8349-502FF66F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الحسابات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926E28-BF78-4226-99AF-11319D23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قيود وتقارير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F36A6-D52E-4E74-9530-F2BD29EE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يومية، أستاذ، ميزان مراجعة، تقارير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D3AF77-7ADC-4267-8EFD-6111BA83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6507218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F0B299-2D8D-4F10-902B-3F0201A665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2a808be054174"/>
          <a:srcRect xmlns:a="http://schemas.openxmlformats.org/drawingml/2006/main" l="0" t="31591" r="0" b="31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F43BB-A669-4A8F-96E3-91C5A000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C977D-20C4-4B62-B8E4-29724F0A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0A72A-7693-42B3-95F6-A98CB87F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E3DFC-A7AD-4C6D-8920-2C86A011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C5625-2B0A-4C5D-B06A-AA7B97BF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71E4E-2757-4F7B-A84E-BC5F683E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دورة تشغيل واضحة من المستند إلى الحسابات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E65B1-DE2A-4A3D-86DC-8F769E73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الهدف ليس فقط تسجيل العملية، بل أن تسمع الشاشات في بعضها حتى تصل النتيجة إلى التقارير النهائية.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648E5-5A01-4AD1-829C-067A72B0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3845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F933B-D8C3-4946-A3B0-E3A03F40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41499-E000-4D9D-81D9-BB012B6D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B86E0-D325-47E3-902B-0F77250C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3191F-FE3A-4804-9AA7-B4EB52F7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14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68504-8017-4558-87BD-C686BFDD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AAEF9-4FBD-44F7-88B4-A605DCF9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الشراء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E7D04-AF9C-4BAC-91C1-4D90F114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أمر شراء ثم إذن إضافة ثم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تسجيل فاتورة المورد وفق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السيناريو الصحيح دون تكرار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الأثر المخزني.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5400E-4688-4CCB-9E28-D696B4FB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33845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A68C5-8642-4EEC-B07A-4D6E4455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76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81755-A383-4439-B287-3C056A25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5996AF-4BBA-430C-91CE-C8874128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CC025A-EFA3-4D4D-B67C-73EF9427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F8DD59-0183-458D-878A-C73FE88C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52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FEEDB2-7273-43FC-B225-ED2A1DBB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البيع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D82780-E94B-4073-93F6-DFFD376A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053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أمر بيع ثم إذن صرف ثم إصدار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فاتورة العميل مع ظهور أثرها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في العميل والمخزون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والحسابات.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316BB-AFC6-4955-A295-D384E66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33845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4A85ED-08C3-451C-AABA-444F3819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76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F999EE-DF43-4924-991B-68B315EF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E8C46C-629F-4A15-970F-A093C3A8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57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92B1AB-B06F-45A6-B242-B43F5753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43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A0453C-AAC4-4076-9698-89DC5C2A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29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78111E-96D5-463E-B6B0-5074A0A7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المراجعة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081C18-AFE7-4A91-A8F6-0B844F0B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053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النتائج تظهر في اليومية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والأستاذ وكشوف الحساب وميزان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المراجعة والتقارير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التشغيلية.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B7D541-0A12-4757-B2E5-5404E345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920870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F0B299-2D8D-4F10-902B-3F0201A665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182990c8b4c56"/>
          <a:srcRect xmlns:a="http://schemas.openxmlformats.org/drawingml/2006/main" l="0" t="31591" r="0" b="31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49240-C2B2-4AB5-B77D-F716A51C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F8874-FEFA-4EF9-92C0-0D757CE2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22A14-54C2-489F-8DEE-2E62F4E2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8ECDD-070A-4DAD-BC8F-60C92574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0D25A-249E-4EA9-B48E-08C855C0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99FA0-2A7D-4454-80A1-708784A5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قوة الرقابة والمتابعة المحاسبية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D043D-B64B-4226-8D27-D0341744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المشروع لا يتوقف عند إصدار المستند، بل يمتد إلى الفلاتر وكشوف الحساب والطباعة والتقارير.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59FFB-7F6F-4BE4-B0A6-AA049DCD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3845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64A52-A8D9-4BAB-87CF-0F100DD0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6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1E250-DB48-44D3-86A5-29B3BDC4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5A0C8-69C1-477E-80A4-E4FBB39C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8460E-0AF6-41F5-A8E6-AB5EFDE9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148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E8A29-B6A6-4ADC-A099-9FB780F8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53952-7703-4416-A258-58FD9D55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فلاتر عملية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96FE3-9CBC-413F-B933-718ED325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فلاتر في اليومية والأستاذ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والعملاء والموردين والمخزون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والتقارير لتسريع الوصول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للمعلومة.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D2E18-35FC-4229-8C15-9DC58D2A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33845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1395F-F777-45D5-92D8-D997EFE3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86200"/>
            <a:ext cx="76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BE04C6-5030-42C0-9683-305FD9F0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619BF-1676-45BA-ABE5-7BC823DD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98C56-5D16-42B3-BC29-7C1483D9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1555F-8D24-42DD-9871-541EF3A3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529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F571C-3926-4FA7-BAEF-1F965DA3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طباعة جاهزة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33B413-2DCD-4F19-8F83-9844CE49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053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طباعة للمستندات الرئيسية مثل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الفواتير وأوامر الشراء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وسندات القبض والصرف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والتسويات.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42714A-146D-4C28-956C-16D36E34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33845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32103B-A48F-48A5-93F2-7B0605F8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86200"/>
            <a:ext cx="76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736CD6-DA3F-4685-8DED-34839A4E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BF5DD2-3FF8-47AD-8E23-518F0A4B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576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FCEB47-463C-4957-B754-8C259D37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434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8E2F20-A5C7-4E24-8D59-616C653F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291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4DC498-0057-40E8-A4D2-5962C2AC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957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اتزان محاسبي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7E12ED-E386-4C1E-854D-0D6AFFC3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05350"/>
            <a:ext cx="292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نسخة الديمو الحالية متزنة في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ميزان المراجعة وتمت مراجعة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مساراتها الأساسية باختبارات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QA.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F6E3FC-BC3C-4908-824A-B8832D4E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426098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F0B299-2D8D-4F10-902B-3F0201A665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37b9e621b4f9f"/>
          <a:srcRect xmlns:a="http://schemas.openxmlformats.org/drawingml/2006/main" l="0" t="31591" r="0" b="31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7C9F6-5BD2-4B04-84A9-DF689FE9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77861-915D-4513-8B2C-488841C1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661A3-AAF1-4E06-96D6-5DFD5284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9D3F3-F0EE-4C04-A565-C619D9B7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B2707-4C69-4C83-BC8F-6F2774F4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9E5ED-46C1-439C-AD12-01A98237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حالة النسخة الحالية ولماذا هي جاهزة للعرض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8CFA9-09F7-41EA-912D-E46367BF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تم تجهيز نسخة ديمو نظيفة مع مراجعة تشغيلية حديثة، ما يجعل العرض على العميل مباشرًا وواضحًا.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9B918-677D-4067-B21F-DCFC9A40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2E455-6C47-4E22-9AC7-D61E02BB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392FD-3754-4D18-B173-2DC1EE5C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87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2C870-6F46-4EB7-94DF-D37E34D8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حسابًا في الدليل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571B3-6457-4C34-BA24-56376826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تم الحفاظ على شجرة الحسابات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83F8C-4CF8-44F4-AFFF-CDFDE9E7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385AB-DC2C-4E2D-A74B-1DA7070B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EBB71-9EB6-4B93-BF1E-69E4FC0B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BFFD0-2B61-4B6B-9E18-FE51A116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قيدًا في الديمو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1870D-C611-4C6C-847A-093137FC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مع أستاذ وميزان مراجعة متزن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58299-53DB-4137-AB87-80D45F1F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537F6-8AB0-432F-B395-09C19AF9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FCA5F2-C252-473A-AC10-4DBD7068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D55AFA-2143-41D8-88F3-6B659223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نجاح المسارات الرئيسية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B9CD29-7694-4B23-A68E-0F67C827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آخر QA على الشاشات الأساسية والطباعة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D368E0-3417-4704-8834-68BBE230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207738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2026-04-26T06:45:41.5970000Z</dcterms:created>
  <dcterms:modified xsi:type="dcterms:W3CDTF">2026-04-26T06:45:41.5970000Z</dcterms:modified>
</coreProperties>
</file>